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0199350" cy="14224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7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rcRect l="54534"/>
          <a:stretch>
            <a:fillRect/>
          </a:stretch>
        </p:blipFill>
        <p:spPr>
          <a:xfrm>
            <a:off x="4450237" y="10029967"/>
            <a:ext cx="4472060" cy="37655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583" y="6525242"/>
            <a:ext cx="9639300" cy="3911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197283" y="2384283"/>
            <a:ext cx="4292600" cy="6604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spcAft>
                <a:spcPts val="3150"/>
              </a:spcAft>
            </a:pPr>
            <a:r>
              <a:rPr lang="en-US" sz="6600" b="1" dirty="0">
                <a:solidFill>
                  <a:srgbClr val="7FA8B5"/>
                </a:solidFill>
                <a:latin typeface="Tahoma"/>
              </a:rPr>
              <a:t>C</a:t>
            </a:r>
            <a:r>
              <a:rPr lang="ru-RU" sz="6600" b="1" dirty="0">
                <a:solidFill>
                  <a:srgbClr val="7FA8B5"/>
                </a:solidFill>
                <a:latin typeface="Tahoma"/>
              </a:rPr>
              <a:t>П</a:t>
            </a:r>
            <a:r>
              <a:rPr lang="en-US" sz="6600" b="1" dirty="0">
                <a:solidFill>
                  <a:srgbClr val="7FA8B5"/>
                </a:solidFill>
                <a:latin typeface="Tahoma"/>
              </a:rPr>
              <a:t>PABKA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997200" y="4445000"/>
            <a:ext cx="14395450" cy="198755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3950"/>
              </a:lnSpc>
              <a:spcAft>
                <a:spcPts val="5670"/>
              </a:spcAft>
            </a:pPr>
            <a:r>
              <a:rPr lang="ru-RU" sz="3100" cap="small" dirty="0">
                <a:latin typeface="Times New Roman"/>
              </a:rPr>
              <a:t>Дана гражданке Республики Кыргызстан </a:t>
            </a:r>
            <a:r>
              <a:rPr lang="ru-RU" sz="3100" cap="small" dirty="0" err="1">
                <a:latin typeface="Times New Roman"/>
              </a:rPr>
              <a:t>Абдибаитова</a:t>
            </a:r>
            <a:r>
              <a:rPr lang="ru-RU" sz="3100" cap="small" dirty="0">
                <a:latin typeface="Times New Roman"/>
              </a:rPr>
              <a:t> Зарина года рождения (ИИН 10106199800653) в том что получает лечение в республике Казахстан у врача репродуктолога 27.04.2026 г была на лечебной манипуляции так как отменить или перенести процедуру не возможно.</a:t>
            </a:r>
            <a:endParaRPr lang="en-US" sz="3100" cap="small" dirty="0">
              <a:latin typeface="Times New Roman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028950" y="7556500"/>
            <a:ext cx="7480300" cy="41275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26460"/>
              </a:spcAft>
            </a:pPr>
            <a:r>
              <a:rPr lang="ru-RU" sz="3100" dirty="0" err="1">
                <a:latin typeface="Times New Roman"/>
              </a:rPr>
              <a:t>Мед.директор</a:t>
            </a:r>
            <a:r>
              <a:rPr lang="ru-RU" sz="3100" dirty="0">
                <a:latin typeface="Times New Roman"/>
              </a:rPr>
              <a:t> </a:t>
            </a:r>
            <a:r>
              <a:rPr lang="en-US" sz="3100" dirty="0">
                <a:latin typeface="Times New Roman"/>
              </a:rPr>
              <a:t>: </a:t>
            </a:r>
            <a:r>
              <a:rPr lang="ru-RU" sz="3100" dirty="0">
                <a:latin typeface="Times New Roman"/>
              </a:rPr>
              <a:t>Ахметова Айгерим </a:t>
            </a:r>
            <a:r>
              <a:rPr lang="ru-RU" sz="3100" dirty="0" err="1">
                <a:latin typeface="Times New Roman"/>
              </a:rPr>
              <a:t>Кайратовна</a:t>
            </a:r>
            <a:endParaRPr lang="en-US" sz="3100" dirty="0">
              <a:latin typeface="Times New Roman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4039850" y="12693650"/>
            <a:ext cx="5092700" cy="65405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just">
              <a:spcBef>
                <a:spcPts val="26460"/>
              </a:spcBef>
            </a:pPr>
            <a:r>
              <a:rPr lang="en-US" sz="2200" dirty="0">
                <a:latin typeface="Times New Roman"/>
              </a:rPr>
              <a:t>«</a:t>
            </a:r>
            <a:r>
              <a:rPr lang="ru-RU" sz="2200" u="sng" dirty="0">
                <a:latin typeface="Times New Roman"/>
              </a:rPr>
              <a:t>27</a:t>
            </a:r>
            <a:r>
              <a:rPr lang="en-US" sz="2200" dirty="0">
                <a:latin typeface="Times New Roman"/>
              </a:rPr>
              <a:t>»    ___</a:t>
            </a:r>
            <a:r>
              <a:rPr lang="ru-RU" sz="2200" dirty="0">
                <a:latin typeface="Times New Roman"/>
              </a:rPr>
              <a:t>04</a:t>
            </a:r>
            <a:r>
              <a:rPr lang="en-US" sz="2200" dirty="0">
                <a:latin typeface="Times New Roman"/>
              </a:rPr>
              <a:t>____2</a:t>
            </a:r>
            <a:r>
              <a:rPr lang="ru-RU" sz="2200" dirty="0">
                <a:latin typeface="Times New Roman"/>
              </a:rPr>
              <a:t>026г</a:t>
            </a:r>
            <a:r>
              <a:rPr lang="en-US" sz="2200" dirty="0">
                <a:latin typeface="Times New Roman"/>
              </a:rPr>
              <a:t>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708150" y="914400"/>
            <a:ext cx="5651500" cy="147955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Aft>
                <a:spcPts val="840"/>
              </a:spcAft>
            </a:pPr>
            <a:endParaRPr lang="en-US" sz="9200" b="1" spc="-150" dirty="0">
              <a:solidFill>
                <a:srgbClr val="7FA8B5"/>
              </a:solidFill>
              <a:latin typeface="Tahoma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4C38AE-CE31-369F-DB07-EBF453E19FD0}"/>
              </a:ext>
            </a:extLst>
          </p:cNvPr>
          <p:cNvSpPr/>
          <p:nvPr/>
        </p:nvSpPr>
        <p:spPr>
          <a:xfrm>
            <a:off x="1750160" y="12487275"/>
            <a:ext cx="7480300" cy="41275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26460"/>
              </a:spcAft>
            </a:pPr>
            <a:r>
              <a:rPr lang="ru-RU" sz="3100" dirty="0">
                <a:latin typeface="Times New Roman"/>
              </a:rPr>
              <a:t>Подпись врача</a:t>
            </a:r>
            <a:endParaRPr lang="en-US" sz="3100" dirty="0">
              <a:latin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Произвольный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Tahoma</vt:lpstr>
      <vt:lpstr>Times New Roman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Tomstore</dc:creator>
  <cp:lastModifiedBy>Tomstore</cp:lastModifiedBy>
  <cp:revision>1</cp:revision>
  <dcterms:modified xsi:type="dcterms:W3CDTF">2026-04-28T17:28:35Z</dcterms:modified>
</cp:coreProperties>
</file>